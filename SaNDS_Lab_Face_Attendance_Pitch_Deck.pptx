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3474720" cy="411480"/>
          </a:xfrm>
          <a:prstGeom prst="roundRect">
            <a:avLst/>
          </a:prstGeom>
          <a:solidFill>
            <a:srgbClr val="1A24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NEXT-GENERATION BIOMETRICS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CCTV AI Multi-Gate</a:t>
            </a:r>
          </a:p>
          <a:p>
            <a:pPr>
              <a:spcBef>
                <a:spcPts val="600"/>
              </a:spcBef>
              <a:defRPr sz="4000" b="1">
                <a:solidFill>
                  <a:srgbClr val="38BDF8"/>
                </a:solidFill>
                <a:latin typeface="Arial"/>
              </a:defRPr>
            </a:pPr>
            <a:r>
              <a:t>Face Attendance &amp; Security System</a:t>
            </a:r>
          </a:p>
          <a:p>
            <a:pPr>
              <a:spcBef>
                <a:spcPts val="1800"/>
              </a:spcBef>
              <a:defRPr sz="1700">
                <a:solidFill>
                  <a:srgbClr val="94A3B8"/>
                </a:solidFill>
                <a:latin typeface="Calibri"/>
              </a:defRPr>
            </a:pPr>
            <a:r>
              <a:t>Transform standard surveillance CCTV cameras into zero-touch, high-speed biometric entry/exit attendance with intruder blacklist alerts and 1-click payroll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37760"/>
            <a:ext cx="3291840" cy="1188720"/>
          </a:xfrm>
          <a:prstGeom prst="roundRect">
            <a:avLst/>
          </a:prstGeom>
          <a:solidFill>
            <a:srgbClr val="1A243C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0.5s Fast Detection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Frictionless walk-through recognition without stopping.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937760"/>
            <a:ext cx="3291840" cy="1188720"/>
          </a:xfrm>
          <a:prstGeom prst="roundRect">
            <a:avLst/>
          </a:prstGeom>
          <a:solidFill>
            <a:srgbClr val="1A243C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100% On-Premise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monthly cloud fees. Complete privacy.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937760"/>
            <a:ext cx="3291840" cy="1188720"/>
          </a:xfrm>
          <a:prstGeom prst="roundRect">
            <a:avLst/>
          </a:prstGeom>
          <a:solidFill>
            <a:srgbClr val="1A243C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SaNDS Lab Middle East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Engineered for Corporate Offices, Schools &amp; Factories.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INDUSTRY CHALLENGES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Why Traditional Attendance Systems Fail Businesses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Fingerprint machines, RFID cards, and manual registers create daily bottlenecks and security blind spots.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⏳  Long Queues &amp; Delays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Workers line up at punch clocks every morning and evening.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Creates congestion at main entry doors and turnstiles.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Employees waste 5 to 15 minutes just waiting in line.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Causes frustration and lowered morning productivity.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🪪  Lost Cards &amp; Proxy Punching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Employees forget, lose, or damage RFID smart badges.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'Buddy Punching': Colleagues swipe cards for absent friends.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Costly badge re-issuance and manual HR admin overhead.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No photographic evidence of who actually entered the 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Arial"/>
              </a:defRPr>
            </a:pPr>
            <a:r>
              <a:t>🦠  Unhygienic &amp; Cloud Risk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Physical contact sensors spread seasonal germs and bacteria.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Moist, dusty, or aged fingers frequently fail fingerprint scans.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Cloud-based attendance vendors charge expensive monthly subscriptions.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Biometric face data uploaded to public clouds risks data leaks.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INNOVATION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Frictionless Walk-Through Face Biometrics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Employees and visitors walk naturally through the door — attendance is registered automatically in 0.5s.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1371600"/>
          </a:xfrm>
          <a:prstGeom prst="roundRect">
            <a:avLst/>
          </a:prstGeom>
          <a:solidFill>
            <a:srgbClr val="1A24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r>
              <a:t>✓ 100% Contactless Experience • Zero Touch • Zero Queuing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Calibri"/>
              </a:defRPr>
            </a:pPr>
            <a:r>
              <a:t>Workers never have to stop, pose, or touch any device. The security CCTV camera captures their face at walking speed, extracts the 128-D vector locally, and registers punch within 500 milliseconds.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3383280" cy="27432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74904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🧠  High-Precision AI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YuNet high-speed neural face detector.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SFace 128-dimensional deep feature matching.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99.4% recognition accuracy even with glasses or headwear.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66160"/>
            <a:ext cx="3383280" cy="27432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374904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Arial"/>
              </a:defRPr>
            </a:pPr>
            <a:r>
              <a:t>🛡️  Anti-Spoof Protection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Blocks photo &amp; mobile phone screen attacks.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Texture and reflection liveness analysis.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Immediate security alert on spoof 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566160"/>
            <a:ext cx="3383280" cy="27432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74904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👁️  Live Visual Confirmation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Real-time visual kiosk feedback.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Shows employee photo, name, and punch time.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Soft audio chime for positive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GATE PAIRING TECHNOLOGY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Intelligent Entry &amp; Exit Multi-Camera Tracking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Supports unlimited cameras paired as logical gates for automatic directional punch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🟢  Entry Gate (IN Camera)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Designated cameras ingest entry doors or gates.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First morning detection triggers In-Punch (Clock In).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Immediate calculation of on-time or late arrival.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Calculates late penalty minutes automatically against shift roster.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🟡  Exit Gate (OUT Camera)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Designated exit cameras capture departure.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Auto-computes Out-Punch and total active hours.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Differentiates between final clock-out and lunch outing breaks.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Eliminates manual sign-out books for office departures.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t>⏱️  Outing &amp; Break Analytics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Tracks intermediate IN / OUT transitions.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Records exact duration of official duty outings vs lunch breaks.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Full historical movement timeline per employee.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Detects abnormal lingering or unapproved departures.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HR AUTOMATION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Daily Timesheets, Shifts &amp; 1-Click Payroll Sync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Eliminate end-of-month manual attendance recalculation nightmares for your HR department.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📋  Automated Daily Roster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Real-time attendance status: Present, Late, Absent, On Duty.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Assigned flexible or standard shift hours per department.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Automated grace period rules (e.g. 15 min grace window).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Overtime hours tracked with single-click supervisor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📊  Monthly Matrix &amp; Reports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Comprehensive 30-day employee attendance grid.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Color-coded matrix for instant executive review.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Filtered reports by Department, Shift, or Employee Type.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Export to standard Excel (.xlsx) and printable PDF with 1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Arial"/>
              </a:defRPr>
            </a:pPr>
            <a:r>
              <a:t>🔄  Direct HR System Sync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Seamless REST API connectors for SAP, Oracle, Zoho, Odoo, or custom HRMS.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Bi-directional employee data synchronization.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Audit log tracking of all punches and HR sync history.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Zero manual data entry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INTELLIGENT SECURITY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Real-Time Blacklist Intruder &amp; Threat Alerts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Turns security cameras into active gatekeepers that notify security guards before intruders step inside.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🚨  Blacklist Incident Breaches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Enroll terminated staff, contractors, or suspicious individuals.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System scans all camera streams in real-time.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Instant red alert banner and audible siren when detected.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Displays exact gate location, direction, and threat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📷  Full Scene Photographic Audit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Captures uncropped wide-angle CCTV camera scene.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Preserves forensic evidence of accompanying persons/vehicles.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Stored safely with tamper-proof timestamps and gate tags.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Searchable incident history for security inspections.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t>🛡️  Zero False Alarms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Configurable similarity threshold (default 99%).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15-second alarm cooldown to prevent alert flooding.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Security guards can inspect and dismiss or escalate incidents.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Complete regulatory and corporate audit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VISITOR MANAGEMENT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Automated Guest &amp; Contractor Intelligence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Replace outdated physical sign-in books with automated facial visitor detection and movement logging.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Arial"/>
              </a:defRPr>
            </a:pPr>
            <a:r>
              <a:t>👥  Auto Unknown Face Detection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Detects unregistered faces walking through entrance.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Generates a unique Guest ID code automatically.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Captures facial portrait and AI embedding vector.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Zero manual paperwork or receptionist delay.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🕒  Complete Visit Timeline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Tracks arrival time, gates visited, and departure time.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Accompanying host / meeting person assignment.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Logs reason for visit and temporary badge assignment.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Complete digital audit trail for facility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⚡  1-Click Staff Conversion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Interview candidate or new contractor can be enrolled with 1 click.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Re-uses already captured face portrait without re-taking photos.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Instantly assigns shifts and attendance tracking.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Smooth onboarding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INFRASTRUCTURE &amp; DEPLOYMENT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Works with Existing Cameras • 100% Offline Privacy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No expensive proprietary hardware locks. Complete sovereignty over your biometric and video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📹  Any CCTV Camera Brand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UNV (Uniview) strongly recommended for lowest frame jitter.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100% compatible with Hikvision, Dahua, Axis, and Hanwha.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Connects over standard RTSP (Port 554) and ONVIF Profile S/G/T.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Supports standard IP cameras or USB webcams.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🔒  100% Local On-Premise AI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Runs on your local computer or on-site server.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Does NOT require internet connection for attendance.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Biometric vectors and camera photos never leave your network.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Fully compliant with GDPR and National Personal Data Protection laws.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💰  Zero Recurring Cloud Fees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No monthly per-user cloud subscription charges.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One-time setup with permanent system ownership.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Scalable from 10 to 5,000+ employees and 50+ camera gates.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Lowest total cost of ownership (TCO) in the industry.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TECHNICAL SPECIFICATIONS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High-Performance Modular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Built with proven, industrial-grade open standards for zero latency and continuous 24/7 reliability.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⚙️  AI Camera Engine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Python Multi-Threaded RTSP Stream Ingestion.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Dedicated capture loop + decoupled AI inference thread.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YuNet Zero-Lag Deep Face Detector (~20ms per frame).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SFace 128-Dimensional Cosine Vector Matching.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Anti-spoofing reflection &amp; presentation attack filter.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t>🗄️  Backend &amp; Database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PHP 8.x High-Speed RESTful API services.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MySQL 8.0 relational database with optimized indexes.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Tables for Users, Cameras, Pairs, Logs, Daily Summaries.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Automatic punch deduplication with 60-second cooldown.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Automated daily summary recalculation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A243C"/>
          </a:solidFill>
          <a:ln w="1524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Arial"/>
              </a:defRPr>
            </a:pPr>
            <a:r>
              <a:t>💻  Modern Web Interface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React + Vite Single-Page Application (SPA).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Real-time Live CCTV Monitor with sub-second MJPEG feed.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Interactive timesheets, shifts, blacklist, and reports.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Built-in biometric face cropper and webcam enrollment tool.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Responsive design for desktop, tablets, and kiosks.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A243C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READY FOR DEPLOYMENT</a:t>
            </a:r>
          </a:p>
          <a:p>
            <a:pPr>
              <a:spcBef>
                <a:spcPts val="600"/>
              </a:spcBef>
              <a:defRPr sz="3200" b="1">
                <a:solidFill>
                  <a:srgbClr val="F8FAFC"/>
                </a:solidFill>
                <a:latin typeface="Arial"/>
              </a:defRPr>
            </a:pPr>
            <a:r>
              <a:t>Transform Your Workplace Attendance &amp; Security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  <a:latin typeface="Calibri"/>
              </a:defRPr>
            </a:pPr>
            <a:r>
              <a:t>Say goodbye to queues, lost punch cards, buddy punching, and cloud subscription fees. Deploy the SaNDS Lab CCTV AI Face Attendance system on your existing security cameras today.</a:t>
            </a:r>
          </a:p>
          <a:p>
            <a:pPr>
              <a:spcBef>
                <a:spcPts val="20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✓ Fast Deployment in Under 24 Hours       ✓ Works with Existing CCTV       ✓ 100% On-Premise Privacy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✓ Automatic Multi-Gate IN / OUT            ✓ Instant Intruder Alerts          ✓ 1-Click Payroll Sync</a:t>
            </a:r>
          </a:p>
          <a:p>
            <a:pPr>
              <a:spcBef>
                <a:spcPts val="2400"/>
              </a:spcBef>
              <a:defRPr sz="1400" b="1">
                <a:solidFill>
                  <a:srgbClr val="EC4899"/>
                </a:solidFill>
                <a:latin typeface="Arial"/>
              </a:defRPr>
            </a:pPr>
            <a:r>
              <a:t>Contact: SaNDS Lab Middle East W.L.L.  |  Website: www.sandslab.me  |  Live Demo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